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0C194-7425-9DCE-2C35-F13A55ABC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8C4B8-DFAE-8406-19BF-723EFC834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00DDC-35D2-EFE9-EDC7-2A0FBA73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C0656-081F-7E4E-DAA4-39CA2DEC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2E032-7FFD-AEC7-822D-FFD065CA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2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61C6-018D-C34B-CEBB-D1681334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B100-6BCF-6144-479A-8E78FFCD7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FA205-CF27-5AD3-984E-6F235A92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132FD-A41A-78B4-F823-2DA380FB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D3426-951A-6881-F3B7-3A5A535D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8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797E-1A4A-9DEE-5BB7-F00D5AF4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6646-91B1-9744-0F3E-E6149EC82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B9446-0AA2-F818-DD71-C41D78F8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BAF04-9F87-1862-6C89-37B1FF83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DF104-EC87-F4E2-5D1F-552BCA67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76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C012-C1C3-D58B-B19B-75E37F21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72BB-427E-1D4D-72B9-01FA95CEC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A1E07-0BCD-9F55-3716-BABD38FBF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7055E-5A05-A37A-3C16-FAA2FDB5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FF333-8397-BCBE-2D3F-4F347D82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F84C8-5FE6-6350-ED3A-3315FB8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1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9178-0E06-1708-9D6A-8B868894D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F4535-F959-D20B-D03E-2FCDAFC5B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F7701-23D7-BF53-1846-786326F57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81B60-480E-B42B-07A4-CDDCEE07A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F805FD-B48C-0403-9467-C5A1AA15F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04DA6-342F-BDDD-9C61-C7FE379D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FA695-E05C-33B6-16C2-56699670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44DAE-990E-AA09-F93B-C52309C3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5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AFF4-C95B-1719-BBAC-7393B679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24D63-A139-574F-0F7A-FE39B82F2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07747-EC6A-6DC1-3DB4-A5270C00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FAE43-D1BC-8FB4-3EE7-4BBE20BF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5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E0896-C054-1F08-D028-938CFD86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8375F-4BB8-CFAB-0C8B-F70CE080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26625-804D-1655-4F26-104174C4A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6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91E9-D218-88D6-B0DE-0C11E63B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1B23B-AC7A-6487-5293-A7B07EC62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3DD6B-7135-B5F1-FFFF-24D9FA424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9969C-9D36-762A-0CF1-EDDC0EEB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026EC-E047-4A7C-BEB0-5E1A1441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87415-F774-8559-4F1B-8C0C6AEC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5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FC2C-6CFF-0885-59DA-248B198E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EB05A3-B5CE-671F-F9BC-D5D108FE6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0C707-28E0-F71B-DE23-AACA47F40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5D387-2D52-EBE5-20D5-EB607E2D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5EB2C-9068-25BD-DC2A-DB379673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C0523-D9AD-6E6B-0213-6DEC71BF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9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AD67-E12F-41E4-0D3E-04BA1755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AC64F1-80A1-268F-F32E-0884EFF69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CA9A4-0104-1BBD-CD19-2C730A0D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E42A3-20ED-6311-64E8-1579F796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AE2E8-0928-07B0-4EEE-7E729A75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7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2D74D-8FFD-4F19-73ED-E337315A3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DD465-1C5E-90FF-8C01-D0F6AB48F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A5CC9-9D51-5224-FE7A-FB779B1C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613AE-57F2-E338-4ABF-F4A98ADE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D7CDF-3D9B-B354-AC79-256C6BEB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10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E479C7-E5B1-9119-FEE7-AF1737DA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4034C-713E-89D9-0B2C-55EFC78D1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D0644-98AE-4CCA-7C50-EBA10AB04C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77F2C-98E8-4BD3-A6EF-971A5011D73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5345E-7E66-2466-E65F-191939CEE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A9DA4-8AB3-4FB6-D3D5-561D48573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C38DE-A47A-4B8A-A4F3-7B20828AC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3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6044D5D-7999-A6D6-9D6E-6379E4AA598C}"/>
              </a:ext>
            </a:extLst>
          </p:cNvPr>
          <p:cNvSpPr/>
          <p:nvPr/>
        </p:nvSpPr>
        <p:spPr>
          <a:xfrm>
            <a:off x="2029944" y="2490985"/>
            <a:ext cx="447609" cy="45085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9265721-7E94-4C73-FE4B-777B31BAD679}"/>
              </a:ext>
            </a:extLst>
          </p:cNvPr>
          <p:cNvSpPr/>
          <p:nvPr/>
        </p:nvSpPr>
        <p:spPr>
          <a:xfrm>
            <a:off x="890157" y="2421135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B6BF453-5D26-4672-6240-7F984524EA31}"/>
              </a:ext>
            </a:extLst>
          </p:cNvPr>
          <p:cNvSpPr/>
          <p:nvPr/>
        </p:nvSpPr>
        <p:spPr>
          <a:xfrm>
            <a:off x="990993" y="2051445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406CD4-0FF2-931C-9766-2D3BB16828B3}"/>
              </a:ext>
            </a:extLst>
          </p:cNvPr>
          <p:cNvSpPr/>
          <p:nvPr/>
        </p:nvSpPr>
        <p:spPr>
          <a:xfrm>
            <a:off x="1314842" y="1724093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85BB740-F3E1-352A-0941-5D8CAE5FF00B}"/>
              </a:ext>
            </a:extLst>
          </p:cNvPr>
          <p:cNvSpPr/>
          <p:nvPr/>
        </p:nvSpPr>
        <p:spPr>
          <a:xfrm>
            <a:off x="1745652" y="1538254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44EC49-8C84-064C-F3C9-77C641F059A0}"/>
              </a:ext>
            </a:extLst>
          </p:cNvPr>
          <p:cNvSpPr/>
          <p:nvPr/>
        </p:nvSpPr>
        <p:spPr>
          <a:xfrm>
            <a:off x="2153704" y="1471647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A9FA0A-BEE2-7689-B85F-0EEC877EB464}"/>
              </a:ext>
            </a:extLst>
          </p:cNvPr>
          <p:cNvSpPr/>
          <p:nvPr/>
        </p:nvSpPr>
        <p:spPr>
          <a:xfrm>
            <a:off x="2584515" y="1538254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S8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049383-E349-8A73-84F3-96BC22A115B9}"/>
              </a:ext>
            </a:extLst>
          </p:cNvPr>
          <p:cNvCxnSpPr>
            <a:cxnSpLocks/>
            <a:stCxn id="4" idx="0"/>
            <a:endCxn id="5" idx="6"/>
          </p:cNvCxnSpPr>
          <p:nvPr/>
        </p:nvCxnSpPr>
        <p:spPr>
          <a:xfrm flipH="1">
            <a:off x="1214006" y="2490985"/>
            <a:ext cx="1039743" cy="777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CF388-A28D-8126-134B-FC2D31FF349C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H="1" flipV="1">
            <a:off x="1152918" y="2346720"/>
            <a:ext cx="1100831" cy="14426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F14174-A301-A199-6C8F-B9B31005E90B}"/>
              </a:ext>
            </a:extLst>
          </p:cNvPr>
          <p:cNvCxnSpPr>
            <a:cxnSpLocks/>
            <a:stCxn id="4" idx="0"/>
            <a:endCxn id="7" idx="4"/>
          </p:cNvCxnSpPr>
          <p:nvPr/>
        </p:nvCxnSpPr>
        <p:spPr>
          <a:xfrm flipH="1" flipV="1">
            <a:off x="1476767" y="2019368"/>
            <a:ext cx="776982" cy="4716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9561D9-3F26-4A54-A450-4CEF95D727A3}"/>
              </a:ext>
            </a:extLst>
          </p:cNvPr>
          <p:cNvCxnSpPr>
            <a:cxnSpLocks/>
            <a:stCxn id="4" idx="0"/>
            <a:endCxn id="8" idx="4"/>
          </p:cNvCxnSpPr>
          <p:nvPr/>
        </p:nvCxnSpPr>
        <p:spPr>
          <a:xfrm flipH="1" flipV="1">
            <a:off x="1907577" y="1833529"/>
            <a:ext cx="346172" cy="65745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CBE610-98AD-25F1-1B99-3A83B84FA100}"/>
              </a:ext>
            </a:extLst>
          </p:cNvPr>
          <p:cNvCxnSpPr>
            <a:cxnSpLocks/>
            <a:stCxn id="4" idx="0"/>
            <a:endCxn id="9" idx="4"/>
          </p:cNvCxnSpPr>
          <p:nvPr/>
        </p:nvCxnSpPr>
        <p:spPr>
          <a:xfrm flipV="1">
            <a:off x="2253749" y="1766922"/>
            <a:ext cx="61880" cy="72406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34AF20-C67C-B9F5-5F92-B2ACE3A0875C}"/>
              </a:ext>
            </a:extLst>
          </p:cNvPr>
          <p:cNvCxnSpPr>
            <a:cxnSpLocks/>
            <a:stCxn id="4" idx="0"/>
            <a:endCxn id="10" idx="4"/>
          </p:cNvCxnSpPr>
          <p:nvPr/>
        </p:nvCxnSpPr>
        <p:spPr>
          <a:xfrm flipV="1">
            <a:off x="2253749" y="1833529"/>
            <a:ext cx="492691" cy="65745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07CE5F27-E952-4E9E-426B-F5A4A9FF039B}"/>
              </a:ext>
            </a:extLst>
          </p:cNvPr>
          <p:cNvSpPr/>
          <p:nvPr/>
        </p:nvSpPr>
        <p:spPr>
          <a:xfrm>
            <a:off x="3015325" y="1719542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S9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BD8AD56-9A6E-3FE8-36DD-64526785BEFD}"/>
              </a:ext>
            </a:extLst>
          </p:cNvPr>
          <p:cNvSpPr/>
          <p:nvPr/>
        </p:nvSpPr>
        <p:spPr>
          <a:xfrm>
            <a:off x="3207346" y="2048467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73F36E2-5F52-B726-CA13-D531AE469A63}"/>
              </a:ext>
            </a:extLst>
          </p:cNvPr>
          <p:cNvSpPr/>
          <p:nvPr/>
        </p:nvSpPr>
        <p:spPr>
          <a:xfrm>
            <a:off x="3344796" y="2394345"/>
            <a:ext cx="323849" cy="295275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S11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1DAAA9B-6E33-F2CB-C9AF-71BCC22313AE}"/>
              </a:ext>
            </a:extLst>
          </p:cNvPr>
          <p:cNvCxnSpPr>
            <a:cxnSpLocks/>
            <a:stCxn id="4" idx="0"/>
            <a:endCxn id="36" idx="3"/>
          </p:cNvCxnSpPr>
          <p:nvPr/>
        </p:nvCxnSpPr>
        <p:spPr>
          <a:xfrm flipV="1">
            <a:off x="2253749" y="1971575"/>
            <a:ext cx="809003" cy="51941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F5833FD-C790-E40E-1E48-2BFE8627C012}"/>
              </a:ext>
            </a:extLst>
          </p:cNvPr>
          <p:cNvCxnSpPr>
            <a:cxnSpLocks/>
            <a:stCxn id="4" idx="0"/>
            <a:endCxn id="37" idx="2"/>
          </p:cNvCxnSpPr>
          <p:nvPr/>
        </p:nvCxnSpPr>
        <p:spPr>
          <a:xfrm flipV="1">
            <a:off x="2253749" y="2196105"/>
            <a:ext cx="953597" cy="29488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02BA4AE-52EF-1C11-31D5-1D82BF39FD3B}"/>
              </a:ext>
            </a:extLst>
          </p:cNvPr>
          <p:cNvCxnSpPr>
            <a:cxnSpLocks/>
            <a:stCxn id="4" idx="0"/>
            <a:endCxn id="40" idx="2"/>
          </p:cNvCxnSpPr>
          <p:nvPr/>
        </p:nvCxnSpPr>
        <p:spPr>
          <a:xfrm>
            <a:off x="2253749" y="2490985"/>
            <a:ext cx="1091047" cy="5099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604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10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Ahsan Habib</dc:creator>
  <cp:lastModifiedBy>Habib, Md. Ahsan</cp:lastModifiedBy>
  <cp:revision>5</cp:revision>
  <dcterms:created xsi:type="dcterms:W3CDTF">2025-12-10T21:25:53Z</dcterms:created>
  <dcterms:modified xsi:type="dcterms:W3CDTF">2025-12-11T13:28:45Z</dcterms:modified>
</cp:coreProperties>
</file>